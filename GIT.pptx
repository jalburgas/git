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385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6713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1586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1852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3013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1761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3880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1100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6675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340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44543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873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08791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80325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02746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30659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0358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77AE8-64FF-2940-3617-EA774CE3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9ED3FF-158B-DFEB-378C-E58EB26F8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9808C-ABB2-5AF8-2DFE-CA7CC97B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2EFDA0-3DD9-5E42-7E85-B499DE3B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AE983F-42DA-892A-F8A3-BF753E32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1391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4965E01-DFA5-454F-9C5E-D2546C63DAFF}" type="datetimeFigureOut">
              <a:rPr lang="es-VE" smtClean="0"/>
              <a:t>21/5/2026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3657997-2171-41CC-8A8B-D1C3C0CF16B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9082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u-email@ejemplo.com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uusuario/nombre-repo.git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0712F-FA5E-67EB-3F9E-8D124A32F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591595" y="616330"/>
            <a:ext cx="1835736" cy="2766528"/>
          </a:xfrm>
        </p:spPr>
        <p:txBody>
          <a:bodyPr/>
          <a:lstStyle/>
          <a:p>
            <a:r>
              <a:rPr lang="es-ES" dirty="0"/>
              <a:t>GIT</a:t>
            </a:r>
            <a:endParaRPr lang="es-V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8DAF5B-1FAF-ECE1-23E3-AF5A63A52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666751"/>
            <a:ext cx="4043364" cy="32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5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85BB4-EA97-0793-5F64-E6705DAF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Git es:</a:t>
            </a:r>
            <a:br>
              <a:rPr lang="es-ES" b="1" dirty="0"/>
            </a:br>
            <a:endParaRPr lang="es-VE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688F068-CCBA-3676-2195-59032F97B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75910"/>
            <a:ext cx="10396883" cy="3311189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Llevar un historial completo</a:t>
            </a: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todos los cambios realizados en los archivos de un proyecto (código fuente,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documentos,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Trabajar en ramas</a:t>
            </a: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VE" altLang="es-V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branches</a:t>
            </a: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para desarrollar nuevas funcionalidades sin afectar la versión estable del proyecto.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Colaborar con otros desarrolladores</a:t>
            </a: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integrando cambios de múltiples personas sin pisar el trabajo de los demás.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Revertir o volver a cualquier estado anterior</a:t>
            </a:r>
            <a:r>
              <a:rPr kumimoji="0" lang="es-VE" altLang="es-V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proyecto si algo sale mal.</a:t>
            </a:r>
          </a:p>
          <a:p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49446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BF8C1-0D4F-BACD-5796-FB42ABCF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VE" b="1" dirty="0"/>
              <a:t>COMANDOS GIT</a:t>
            </a:r>
            <a:br>
              <a:rPr lang="es-VE" b="1" dirty="0"/>
            </a:br>
            <a:endParaRPr lang="es-V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52C789-6172-BDB5-E4B6-ABA7CEE1A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CF413E-CAE3-B4C1-29C9-E50CB8A412AA}"/>
              </a:ext>
            </a:extLst>
          </p:cNvPr>
          <p:cNvSpPr txBox="1"/>
          <p:nvPr/>
        </p:nvSpPr>
        <p:spPr>
          <a:xfrm>
            <a:off x="2789635" y="1484078"/>
            <a:ext cx="70830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400" dirty="0" err="1"/>
              <a:t>git</a:t>
            </a:r>
            <a:r>
              <a:rPr lang="es-VE" sz="2400" dirty="0"/>
              <a:t> </a:t>
            </a:r>
            <a:r>
              <a:rPr lang="es-VE" sz="2400" dirty="0" err="1"/>
              <a:t>init</a:t>
            </a:r>
            <a:r>
              <a:rPr lang="es-VE" sz="2400" dirty="0"/>
              <a:t>            # Inicializa un nuevo repositorio</a:t>
            </a:r>
          </a:p>
          <a:p>
            <a:r>
              <a:rPr lang="fr-FR" sz="2400" dirty="0"/>
              <a:t>git config --global user.name "Tu Nombre </a:t>
            </a:r>
            <a:r>
              <a:rPr lang="fr-FR" sz="2400" dirty="0" err="1"/>
              <a:t>Completo</a:t>
            </a:r>
            <a:r>
              <a:rPr lang="fr-FR" sz="2400" dirty="0"/>
              <a:t>« </a:t>
            </a:r>
          </a:p>
          <a:p>
            <a:r>
              <a:rPr lang="fr-FR" sz="2400" dirty="0"/>
              <a:t>git config --global </a:t>
            </a:r>
            <a:r>
              <a:rPr lang="fr-FR" sz="2400" dirty="0" err="1"/>
              <a:t>user.email</a:t>
            </a:r>
            <a:r>
              <a:rPr lang="fr-FR" sz="2400" dirty="0"/>
              <a:t> </a:t>
            </a:r>
            <a:r>
              <a:rPr lang="fr-FR" sz="2400" dirty="0">
                <a:hlinkClick r:id="rId2"/>
              </a:rPr>
              <a:t>tu-email@ejemplo.com</a:t>
            </a:r>
            <a:endParaRPr lang="fr-FR" sz="2400" dirty="0"/>
          </a:p>
          <a:p>
            <a:r>
              <a:rPr lang="es-VE" sz="2400" dirty="0" err="1"/>
              <a:t>git</a:t>
            </a:r>
            <a:r>
              <a:rPr lang="es-VE" sz="2400" dirty="0"/>
              <a:t> status</a:t>
            </a:r>
          </a:p>
          <a:p>
            <a:endParaRPr lang="es-VE" sz="2400" dirty="0"/>
          </a:p>
          <a:p>
            <a:r>
              <a:rPr lang="es-VE" sz="2400" dirty="0" err="1"/>
              <a:t>git</a:t>
            </a:r>
            <a:r>
              <a:rPr lang="es-VE" sz="2400" dirty="0"/>
              <a:t> </a:t>
            </a:r>
            <a:r>
              <a:rPr lang="es-VE" sz="2400" dirty="0" err="1"/>
              <a:t>add</a:t>
            </a:r>
            <a:r>
              <a:rPr lang="es-VE" sz="2400" dirty="0"/>
              <a:t> archivo.txt # Agrega un archivo al área de preparación</a:t>
            </a:r>
          </a:p>
          <a:p>
            <a:r>
              <a:rPr lang="es-VE" sz="2400" dirty="0" err="1"/>
              <a:t>git</a:t>
            </a:r>
            <a:r>
              <a:rPr lang="es-VE" sz="2400" dirty="0"/>
              <a:t> </a:t>
            </a:r>
            <a:r>
              <a:rPr lang="es-VE" sz="2400" dirty="0" err="1"/>
              <a:t>commit</a:t>
            </a:r>
            <a:r>
              <a:rPr lang="es-VE" sz="2400" dirty="0"/>
              <a:t> -m "mensaje"  # Guarda los cambios en el historial</a:t>
            </a:r>
          </a:p>
          <a:p>
            <a:r>
              <a:rPr lang="es-VE" sz="2400" dirty="0" err="1"/>
              <a:t>git</a:t>
            </a:r>
            <a:r>
              <a:rPr lang="es-VE" sz="2400" dirty="0"/>
              <a:t> log             # Muestra el historial de cambios</a:t>
            </a:r>
          </a:p>
        </p:txBody>
      </p:sp>
    </p:spTree>
    <p:extLst>
      <p:ext uri="{BB962C8B-B14F-4D97-AF65-F5344CB8AC3E}">
        <p14:creationId xmlns:p14="http://schemas.microsoft.com/office/powerpoint/2010/main" val="164435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DB256-6B91-600C-5519-7439FF69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VE" b="1" dirty="0"/>
              <a:t>Ver diferencias entre cambios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F8E26-FA25-74B5-7F84-F193B69E2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# Diferencias sin agregar al </a:t>
            </a:r>
            <a:r>
              <a:rPr lang="es-ES" dirty="0" err="1"/>
              <a:t>staging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diff</a:t>
            </a:r>
            <a:endParaRPr lang="es-ES" dirty="0"/>
          </a:p>
          <a:p>
            <a:r>
              <a:rPr lang="es-ES" dirty="0"/>
              <a:t># Diferencias ya agregadas al </a:t>
            </a:r>
            <a:r>
              <a:rPr lang="es-ES" dirty="0" err="1"/>
              <a:t>staging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diff</a:t>
            </a:r>
            <a:r>
              <a:rPr lang="es-ES" dirty="0"/>
              <a:t> --</a:t>
            </a:r>
            <a:r>
              <a:rPr lang="es-ES" dirty="0" err="1"/>
              <a:t>staged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95532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61486-8446-98D6-8AF6-DA4327F4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Deshacer cambios (antes del </a:t>
            </a:r>
            <a:r>
              <a:rPr lang="es-ES" b="1" dirty="0" err="1"/>
              <a:t>commit</a:t>
            </a:r>
            <a:r>
              <a:rPr lang="es-ES" b="1" dirty="0"/>
              <a:t>)</a:t>
            </a:r>
            <a:br>
              <a:rPr lang="es-ES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724CD4-8E35-AF3E-3E45-7992F124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# Quitar archivo del área de </a:t>
            </a:r>
            <a:r>
              <a:rPr lang="es-ES" dirty="0" err="1"/>
              <a:t>staging</a:t>
            </a:r>
            <a:r>
              <a:rPr lang="es-ES" dirty="0"/>
              <a:t> (pero conservar cambios)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reset</a:t>
            </a:r>
            <a:r>
              <a:rPr lang="es-ES" dirty="0"/>
              <a:t> nombre-del-archivo</a:t>
            </a:r>
          </a:p>
          <a:p>
            <a:r>
              <a:rPr lang="es-ES" dirty="0"/>
              <a:t># Descartar cambios en un archivo (volver al último </a:t>
            </a:r>
            <a:r>
              <a:rPr lang="es-ES" dirty="0" err="1"/>
              <a:t>commit</a:t>
            </a:r>
            <a:r>
              <a:rPr lang="es-ES" dirty="0"/>
              <a:t>)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-- nombre-del-archivo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787664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4DE99-CC06-8D09-59FA-B1A5227E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VE" b="1" dirty="0"/>
              <a:t>Crear ramas (</a:t>
            </a:r>
            <a:r>
              <a:rPr lang="es-VE" b="1" dirty="0" err="1"/>
              <a:t>branches</a:t>
            </a:r>
            <a:r>
              <a:rPr lang="es-VE" b="1" dirty="0"/>
              <a:t>)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4CE7B0-4C85-BC91-0301-801139CFE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# Crear una nueva rama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nombre-rama</a:t>
            </a:r>
          </a:p>
          <a:p>
            <a:r>
              <a:rPr lang="es-ES" dirty="0"/>
              <a:t># Cambiar a otra rama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nombre-rama</a:t>
            </a:r>
          </a:p>
          <a:p>
            <a:r>
              <a:rPr lang="es-ES" dirty="0"/>
              <a:t># Crear y cambiar a nueva rama en un solo comando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-b nombre-rama</a:t>
            </a:r>
          </a:p>
          <a:p>
            <a:r>
              <a:rPr lang="es-ES" dirty="0"/>
              <a:t># Ver todas las </a:t>
            </a:r>
            <a:r>
              <a:rPr lang="es-ES" dirty="0" err="1"/>
              <a:t>ramasgit</a:t>
            </a:r>
            <a:r>
              <a:rPr lang="es-ES" dirty="0"/>
              <a:t> </a:t>
            </a:r>
            <a:r>
              <a:rPr lang="es-ES" dirty="0" err="1"/>
              <a:t>branch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40286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8FB8B-5438-FDEE-6102-D5F78738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VE" b="1" dirty="0"/>
              <a:t>Fusionar ramas (</a:t>
            </a:r>
            <a:r>
              <a:rPr lang="es-VE" b="1" dirty="0" err="1"/>
              <a:t>merge</a:t>
            </a:r>
            <a:r>
              <a:rPr lang="es-VE" b="1" dirty="0"/>
              <a:t>)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392037-1A4F-26E9-FB38-3563A53DF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VE" dirty="0"/>
              <a:t># Primero cámbiate a la rama destino (</a:t>
            </a:r>
            <a:r>
              <a:rPr lang="es-VE" dirty="0" err="1"/>
              <a:t>ej</a:t>
            </a:r>
            <a:r>
              <a:rPr lang="es-VE" dirty="0"/>
              <a:t>: </a:t>
            </a:r>
            <a:r>
              <a:rPr lang="es-VE" dirty="0" err="1"/>
              <a:t>main</a:t>
            </a:r>
            <a:r>
              <a:rPr lang="es-VE" dirty="0"/>
              <a:t>/master)</a:t>
            </a:r>
          </a:p>
          <a:p>
            <a:r>
              <a:rPr lang="es-VE" dirty="0" err="1"/>
              <a:t>git</a:t>
            </a:r>
            <a:r>
              <a:rPr lang="es-VE" dirty="0"/>
              <a:t> </a:t>
            </a:r>
            <a:r>
              <a:rPr lang="es-VE" dirty="0" err="1"/>
              <a:t>checkout</a:t>
            </a:r>
            <a:r>
              <a:rPr lang="es-VE" dirty="0"/>
              <a:t> </a:t>
            </a:r>
            <a:r>
              <a:rPr lang="es-VE" dirty="0" err="1"/>
              <a:t>main</a:t>
            </a:r>
            <a:endParaRPr lang="es-VE" dirty="0"/>
          </a:p>
          <a:p>
            <a:r>
              <a:rPr lang="es-VE" dirty="0"/>
              <a:t># Luego fusiona la otra </a:t>
            </a:r>
            <a:r>
              <a:rPr lang="es-VE" dirty="0" err="1"/>
              <a:t>ramagit</a:t>
            </a:r>
            <a:r>
              <a:rPr lang="es-VE" dirty="0"/>
              <a:t> </a:t>
            </a:r>
          </a:p>
          <a:p>
            <a:r>
              <a:rPr lang="es-VE" dirty="0" err="1"/>
              <a:t>merge</a:t>
            </a:r>
            <a:r>
              <a:rPr lang="es-VE" dirty="0"/>
              <a:t> nombre-rama</a:t>
            </a:r>
          </a:p>
        </p:txBody>
      </p:sp>
    </p:spTree>
    <p:extLst>
      <p:ext uri="{BB962C8B-B14F-4D97-AF65-F5344CB8AC3E}">
        <p14:creationId xmlns:p14="http://schemas.microsoft.com/office/powerpoint/2010/main" val="402744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4EF3D-5807-8E7C-8D80-3A630A8C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Conectar con repositorio remoto (GitHub, </a:t>
            </a:r>
            <a:r>
              <a:rPr lang="es-ES" b="1" dirty="0" err="1"/>
              <a:t>GitLab</a:t>
            </a:r>
            <a:r>
              <a:rPr lang="es-ES" b="1" dirty="0"/>
              <a:t>, etc.)</a:t>
            </a:r>
            <a:br>
              <a:rPr lang="es-ES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81BED4-4DA7-DF1A-42C8-F50665DB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# Agregar un origen remoto</a:t>
            </a:r>
          </a:p>
          <a:p>
            <a:r>
              <a:rPr lang="es-ES" dirty="0" err="1"/>
              <a:t>git</a:t>
            </a:r>
            <a:r>
              <a:rPr lang="es-ES" dirty="0"/>
              <a:t> remote </a:t>
            </a:r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>
                <a:hlinkClick r:id="rId2"/>
              </a:rPr>
              <a:t>https://github.com/tuusuario/nombre-repo.git</a:t>
            </a:r>
            <a:endParaRPr lang="es-ES" dirty="0"/>
          </a:p>
          <a:p>
            <a:r>
              <a:rPr lang="es-ES" dirty="0"/>
              <a:t># Ver los remotos configurados</a:t>
            </a:r>
          </a:p>
          <a:p>
            <a:r>
              <a:rPr lang="es-ES" dirty="0" err="1"/>
              <a:t>git</a:t>
            </a:r>
            <a:r>
              <a:rPr lang="es-ES" dirty="0"/>
              <a:t> remote –v</a:t>
            </a:r>
          </a:p>
          <a:p>
            <a:r>
              <a:rPr lang="es-ES" dirty="0"/>
              <a:t># Subir tu código al remoto (primera vez)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/>
              <a:t># Próximas veces solo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837524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63</TotalTime>
  <Words>349</Words>
  <Application>Microsoft Office PowerPoint</Application>
  <PresentationFormat>Panorámica</PresentationFormat>
  <Paragraphs>48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Impact</vt:lpstr>
      <vt:lpstr>Evento principal</vt:lpstr>
      <vt:lpstr>GIT</vt:lpstr>
      <vt:lpstr>Git es: </vt:lpstr>
      <vt:lpstr>COMANDOS GIT </vt:lpstr>
      <vt:lpstr>Ver diferencias entre cambios </vt:lpstr>
      <vt:lpstr>Deshacer cambios (antes del commit) </vt:lpstr>
      <vt:lpstr>Crear ramas (branches) </vt:lpstr>
      <vt:lpstr>Fusionar ramas (merge) </vt:lpstr>
      <vt:lpstr>Conectar con repositorio remoto (GitHub, GitLab, etc.)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juan alburgas</dc:creator>
  <cp:lastModifiedBy>juan alburgas</cp:lastModifiedBy>
  <cp:revision>9</cp:revision>
  <dcterms:created xsi:type="dcterms:W3CDTF">2026-05-19T16:31:38Z</dcterms:created>
  <dcterms:modified xsi:type="dcterms:W3CDTF">2026-05-21T17:01:39Z</dcterms:modified>
</cp:coreProperties>
</file>